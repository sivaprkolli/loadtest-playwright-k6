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097280"/>
            <a:ext cx="1088136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8745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Traffic2Test Framework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27432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Automated Load Test Script Generation from Production-Style Traffic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3246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</a:rPr>
              <a:t>Feuji Hackathon | End-to-End Workflow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Complete walkthrough from setup to reports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972800" cy="4572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1. Problem statement and objective from the UseCase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2. Architecture and supported traffic sources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3. Repository structure and key scripts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4. Setup and prerequisites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5. Pipeline execution step-by-step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6. Output artifacts and report interpretation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7. Business value, limitations, and next enhancements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UseCase: Why This Framework Exists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Automated load test generation from real traffic patterns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972800" cy="4572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Objective: Automatically generate realistic performance test scripts with minimal manual effort.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Inputs: App logs, API gateway logs, OpenTelemetry traces, and observability exports.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Intelligence: Reconstruct user journeys and convert to executable load tests.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Targets: k6 (implemented), architecture designed to be extensible to JMeter/Gatling style flows.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Expected result: Faster setup, better realism, and improved scalability validation.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Two ingestion paths converge into enriched k6 execution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DBEA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Traffic Sources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(Logs / OTel / HAR)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8288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E0F2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96596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Ingestion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traffic-ingest.js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OR Playwright HAR capture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12080" y="18288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EDE9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196596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Conversion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HAR -&gt; k6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HAR -&gt; OTLP -&gt; k6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0" y="18288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0" y="196596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Enrichment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Correlation + thresholds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users.csv parameterization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784080" y="18288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CE7F3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0" y="196596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Execution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k6 run + HTML/TXT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summary reports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97480" y="2240280"/>
            <a:ext cx="228600" cy="41148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83480" y="2240280"/>
            <a:ext cx="228600" cy="41148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2240280"/>
            <a:ext cx="228600" cy="41148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2240280"/>
            <a:ext cx="228600" cy="41148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794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Main runner: npm run pipeline (run-pipeline.js)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Codebase 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What each folder contributes to the flow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972800" cy="4572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tests/: Playwright scenarios that capture HAR traffic (for example addProductAndCheckout.spec.ts).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utilities/: Conversion and transformation scripts (convert-k6.js, convert_k6_tests.js, har-to-otlp.js, otlp-to-k6.js).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run-pipeline.js: Orchestrates cleanup, conversion, load execution, and report opening.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testData/users.csv: Data source for user parameterization during k6 runs.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reports/: Generated HAR files, k6 scripts, OTLP files, and HTML/TXT summaries.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1: Prerequisites and Setup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Environment bootstrap before first pipeline run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901952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" y="198424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18836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Install Node.js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15798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Use Node.js v22+ as recommended in README.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2862072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0996" y="294436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284378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Install project dependencies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311810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Run: npm install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3822192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0996" y="390448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38039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Install k6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407822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Run: npm run install:k6 (uses winget on Windows).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61772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0120" y="4782312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0996" y="48646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47640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Install har-to-k6 CLI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54480" y="50383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Run: npm install -g har-to-k6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2: Start the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Single command entry point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10241280" cy="109728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359152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pipeline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10972800" cy="2194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Alternative: node run-pipeline.js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Default behavior: executes Playwright tests and processes each generated HAR.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Optional ingestion mode: set INGEST_APP_LOGS / INGEST_API_GATEWAY_LOGS / INGEST_OTEL / INGEST_OBSERVABILITY to bypass Playwright capture.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3: Core Pipeline Stages (0-5)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Main path implemented in run-pipeline.js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673352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" y="175564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16550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Cleanup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192938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Removes previous HAR, k6 scripts, OTLP files, and summary reports.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2542032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0996" y="2624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252374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Ingest or Capture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279806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Either ingest log-derived traffic or run Playwright tests to generate HAR.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24612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3410712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0996" y="34930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3392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HAR to Raw k6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36667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har-to-k6 converts &lt;test&gt;.har into &lt;test&gt;.k6firstversion.js.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0120" y="4279392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0996" y="436168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42611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Enrich k6 Script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54480" y="453542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convert-k6.js adds realistic logic, checks, thresholds, and summary output.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498348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60120" y="5148072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0996" y="523036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54480" y="512978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Execute k6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554480" y="540410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Runs k6 and tolerates threshold failures while continuing pipeline.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4: OTLP Branch (Stages 6-9)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Source-agnostic path for observability-driven testing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764792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" y="184708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17465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HAR to OTLP JSON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202082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har-to-otlp.js maps HAR entries to OpenTelemetry spans.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2724912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0996" y="28072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27066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OTLP to Enriched k6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2980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otlp-to-k6.js reconstructs journey and reuses same enrichment engine.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3685032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0996" y="37673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366674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Execute OTLP-derived k6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394106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Runs k6 load test from OTLP path and captures reports.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48056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25400" dist="50800" dir="2700000">
              <a:srgbClr val="CBD5E1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0120" y="4645152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0996" y="472744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46268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Publish OTLP Reports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54480" y="490118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Renames summary files to &lt;test&gt;.otlp.summary.html/.txt and opens browser.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Outcome: You can validate performance either from browser-captured HAR or observability exports.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5: Script Enrichment Details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What convert_k6_tests.js adds beyond raw conversion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972800" cy="4572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Origin filtering: keeps only first-party API traffic and removes static assets.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Request de-duplication: unique method + URL sequence for cleaner scenarios.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Auth correlation: sign-in group extracts token and reuses it as Bearer auth.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Dynamic parameterization: userName and payload data correlated per virtual user.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Data-driven load: users read from testData/users.csv via SharedArray.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Realistic pacing: think time derived from HAR/OTLP timing gaps.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Reporting and SLOs: thresholds + handleSummary for HTML and text outputs.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6: Generated Artifacts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What appears in reports/ after each run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972800" cy="4572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&lt;test&gt;.har: canonical traffic file used for conversion.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&lt;test&gt;.k6firstversion.js: raw script from har-to-k6.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&lt;test&gt;.k6updatedversion.js: enriched, production-like k6 script.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&lt;test&gt;.summary.html and &lt;test&gt;.summary.txt: load test report outputs.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&lt;test&gt;.otlp.json and &lt;test&gt;.otlp.k6.js: OTLP conversion path artifacts.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&lt;test&gt;.otlp.summary.html and &lt;test&gt;.otlp.summary.txt: OTLP run results.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10972800" cy="822960"/>
          </a:xfrm>
          <a:prstGeom prst="roundRect">
            <a:avLst>
              <a:gd name="adj" fmla="val 8889"/>
            </a:avLst>
          </a:prstGeom>
          <a:solidFill>
            <a:srgbClr val="E0F2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32180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Pipeline automatically opens generated HTML report(s) in browser at the end.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7: Demo Flow for Presentation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Suggested live demo sequence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972800" cy="4572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1. Show README prerequisites and run command.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2. Execute npm run pipeline in terminal.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3. Show generated files in reports/ (HAR, k6 scripts, summaries).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4. Open HTML summary and explain key metrics (latency, pass/fail thresholds).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5. Highlight OTLP-derived outputs to demonstrate source-agnostic capability.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6. Explain how users.csv and correlation increase realism over static scripts.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Value and Outcomes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From the UseCase perspective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972800" cy="4572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Reduces manual scripting effort by auto-generating executable performance tests.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Improves test realism by basing load models on captured production-like traffic.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Accelerates feedback loops for scalability and resilience validation.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Supports both functional journey replay (HAR) and observability ingestion (OTLP).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Creates consistent reporting artifacts that are presentation-ready for stakeholders.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Enhancement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Potential next iterations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972800" cy="4572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Add request clustering and auto-journey segmentation directly from raw logs.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Expand output targets for JMeter and Gatling generators.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Introduce CI/CD integration for scheduled or PR-based performance checks.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Add SLA dashboards that compare current run vs baseline runs.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Enrich correlation support for complex multi-step tokens and IDs.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1554480"/>
            <a:ext cx="101498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1488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Traffic2Test framework is ready for walkthrough and demo.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34290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Command: npm run pipeline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Feuji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Traffic2Test Framework - End-to-End Walkthrough</dc:title>
  <dc:subject>Framework walkthrough and pipeline explanation</dc:subject>
  <dc:creator>Traffic2Test Automation</dc:creator>
  <cp:lastModifiedBy>Traffic2Test Automation</cp:lastModifiedBy>
  <cp:revision>1</cp:revision>
  <dcterms:created xsi:type="dcterms:W3CDTF">2026-06-08T05:10:09Z</dcterms:created>
  <dcterms:modified xsi:type="dcterms:W3CDTF">2026-06-08T05:10:09Z</dcterms:modified>
</cp:coreProperties>
</file>